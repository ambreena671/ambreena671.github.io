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Century Gothic" panose="020B0502020202020204" pitchFamily="34" charset="0"/>
      <p:regular r:id="rId9"/>
      <p:bold r:id="rId10"/>
      <p:italic r:id="rId11"/>
      <p:boldItalic r:id="rId12"/>
    </p:embeddedFont>
    <p:embeddedFont>
      <p:font typeface="Wingdings 3" panose="05040102010807070707" pitchFamily="18" charset="2"/>
      <p:regular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94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0398C081-422B-4F48-AC10-7E2626E75CCE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364BF9A-2D8A-4935-836F-CC9199F4D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08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8C081-422B-4F48-AC10-7E2626E75CCE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BF9A-2D8A-4935-836F-CC9199F4D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402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8C081-422B-4F48-AC10-7E2626E75CCE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BF9A-2D8A-4935-836F-CC9199F4D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102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8C081-422B-4F48-AC10-7E2626E75CCE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BF9A-2D8A-4935-836F-CC9199F4D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019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8C081-422B-4F48-AC10-7E2626E75CCE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BF9A-2D8A-4935-836F-CC9199F4D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176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8C081-422B-4F48-AC10-7E2626E75CCE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BF9A-2D8A-4935-836F-CC9199F4D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894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8C081-422B-4F48-AC10-7E2626E75CCE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BF9A-2D8A-4935-836F-CC9199F4D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378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8C081-422B-4F48-AC10-7E2626E75CCE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BF9A-2D8A-4935-836F-CC9199F4D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243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8C081-422B-4F48-AC10-7E2626E75CCE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BF9A-2D8A-4935-836F-CC9199F4D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110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8C081-422B-4F48-AC10-7E2626E75CCE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BF9A-2D8A-4935-836F-CC9199F4D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476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8C081-422B-4F48-AC10-7E2626E75CCE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BF9A-2D8A-4935-836F-CC9199F4D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0396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8C081-422B-4F48-AC10-7E2626E75CCE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BF9A-2D8A-4935-836F-CC9199F4D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5392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8C081-422B-4F48-AC10-7E2626E75CCE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BF9A-2D8A-4935-836F-CC9199F4D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1497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8C081-422B-4F48-AC10-7E2626E75CCE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BF9A-2D8A-4935-836F-CC9199F4D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1241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8C081-422B-4F48-AC10-7E2626E75CCE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BF9A-2D8A-4935-836F-CC9199F4D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8097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0398C081-422B-4F48-AC10-7E2626E75CCE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BF9A-2D8A-4935-836F-CC9199F4D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1370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0398C081-422B-4F48-AC10-7E2626E75CCE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4BF9A-2D8A-4935-836F-CC9199F4D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39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0398C081-422B-4F48-AC10-7E2626E75CCE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364BF9A-2D8A-4935-836F-CC9199F4D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498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1737D-DCE9-4064-B850-9C53CD9EBA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DELETED DATA RECOVERY FROM USB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8F6D37-94E5-41D2-832A-A2D2A1007B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463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F5BC7-5835-4CF6-AD6D-9C4A6B764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102595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9FFA5-C497-46EC-81B2-9EDEAE25B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Tools Used</a:t>
            </a:r>
          </a:p>
          <a:p>
            <a:pPr marL="0" indent="0">
              <a:buNone/>
            </a:pPr>
            <a:r>
              <a:rPr lang="en-US" dirty="0"/>
              <a:t>      FTK Imager ( Forensic imaging of USB drive )</a:t>
            </a:r>
          </a:p>
          <a:p>
            <a:pPr marL="0" indent="0">
              <a:buNone/>
            </a:pPr>
            <a:r>
              <a:rPr lang="en-US" dirty="0"/>
              <a:t>      Autopsy ( Analysis and recovery of deleted files )</a:t>
            </a:r>
          </a:p>
          <a:p>
            <a:pPr marL="0" indent="0">
              <a:buNone/>
            </a:pPr>
            <a:r>
              <a:rPr lang="en-US" sz="2400" b="1" dirty="0"/>
              <a:t>Step 1: Acquire USB Image using FTK Imager</a:t>
            </a:r>
          </a:p>
          <a:p>
            <a:r>
              <a:rPr lang="en-US" dirty="0"/>
              <a:t>     Connect USB to your PC</a:t>
            </a:r>
          </a:p>
          <a:p>
            <a:r>
              <a:rPr lang="en-US" dirty="0"/>
              <a:t>     Open FTK Imager and go to files -&gt; Create disk image</a:t>
            </a:r>
          </a:p>
          <a:p>
            <a:r>
              <a:rPr lang="en-US" dirty="0"/>
              <a:t>     Select physical drive , then choose USB from list</a:t>
            </a:r>
          </a:p>
          <a:p>
            <a:r>
              <a:rPr lang="en-US" dirty="0"/>
              <a:t>     Choose image type prefer ( RAW dd or E01 format )</a:t>
            </a:r>
          </a:p>
        </p:txBody>
      </p:sp>
    </p:spTree>
    <p:extLst>
      <p:ext uri="{BB962C8B-B14F-4D97-AF65-F5344CB8AC3E}">
        <p14:creationId xmlns:p14="http://schemas.microsoft.com/office/powerpoint/2010/main" val="2783234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23FA1-60B3-4033-9BD9-E9698E31C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71CC5E-FB4A-4CF1-B656-5D97702311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871" b="32173"/>
          <a:stretch/>
        </p:blipFill>
        <p:spPr>
          <a:xfrm>
            <a:off x="2086189" y="3156159"/>
            <a:ext cx="1993442" cy="233024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154C0D-C927-45AD-AD5E-5E31840CE17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6" r="10396" b="8592"/>
          <a:stretch/>
        </p:blipFill>
        <p:spPr>
          <a:xfrm>
            <a:off x="5807948" y="2589450"/>
            <a:ext cx="4421276" cy="3294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275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96BB1-4D71-44CE-A31D-B902ABEC7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463F6-11C0-4C1C-8B04-F91DF928D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 Select destination folder and  name the image file</a:t>
            </a:r>
          </a:p>
          <a:p>
            <a:r>
              <a:rPr lang="en-US" dirty="0"/>
              <a:t>  Click finish and let FTK  imager  to create a file</a:t>
            </a:r>
          </a:p>
          <a:p>
            <a:r>
              <a:rPr lang="en-US" dirty="0"/>
              <a:t>  By following forensic procedure make 3 copies of </a:t>
            </a:r>
          </a:p>
          <a:p>
            <a:pPr marL="0" indent="0">
              <a:buNone/>
            </a:pPr>
            <a:r>
              <a:rPr lang="en-US" dirty="0"/>
              <a:t>       image file </a:t>
            </a:r>
          </a:p>
          <a:p>
            <a:r>
              <a:rPr lang="en-US" dirty="0"/>
              <a:t>  </a:t>
            </a:r>
            <a:r>
              <a:rPr lang="en-US" dirty="0" err="1"/>
              <a:t>Chek</a:t>
            </a:r>
            <a:r>
              <a:rPr lang="en-US" dirty="0"/>
              <a:t> integrity  by using hash calculator</a:t>
            </a:r>
          </a:p>
          <a:p>
            <a:r>
              <a:rPr lang="en-US" dirty="0"/>
              <a:t>  Then work on 3</a:t>
            </a:r>
            <a:r>
              <a:rPr lang="en-US" baseline="30000" dirty="0"/>
              <a:t>rd</a:t>
            </a:r>
            <a:r>
              <a:rPr lang="en-US" dirty="0"/>
              <a:t> copy of image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5B3F54-C94B-4162-9BD1-9619CC30EA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1502" y="2391508"/>
            <a:ext cx="3901778" cy="3997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302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9BB2C-7529-4830-931D-1CF8E74EC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738CC-C5B5-4827-8E72-962B356E7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/>
              <a:t>Step 2: Analyze and Recover Deleted Files using Autopsy</a:t>
            </a:r>
          </a:p>
          <a:p>
            <a:r>
              <a:rPr lang="en-US" dirty="0"/>
              <a:t> Launch autopsy and create a new case</a:t>
            </a:r>
          </a:p>
          <a:p>
            <a:pPr marL="0" indent="0">
              <a:buNone/>
            </a:pPr>
            <a:r>
              <a:rPr lang="en-US" dirty="0"/>
              <a:t>       provide case name , number and examiner details</a:t>
            </a:r>
          </a:p>
          <a:p>
            <a:r>
              <a:rPr lang="en-US" dirty="0"/>
              <a:t> Click Add data source -&gt;&gt;  Choose disk image or </a:t>
            </a:r>
            <a:r>
              <a:rPr lang="en-US" dirty="0" err="1"/>
              <a:t>vm</a:t>
            </a:r>
            <a:r>
              <a:rPr lang="en-US" dirty="0"/>
              <a:t> file</a:t>
            </a:r>
          </a:p>
          <a:p>
            <a:r>
              <a:rPr lang="en-US" dirty="0"/>
              <a:t> Browse and load image file created by FTK Imager</a:t>
            </a:r>
          </a:p>
          <a:p>
            <a:r>
              <a:rPr lang="en-US" dirty="0"/>
              <a:t> Select Ingest modules like </a:t>
            </a:r>
          </a:p>
          <a:p>
            <a:pPr marL="0" indent="0">
              <a:buNone/>
            </a:pPr>
            <a:r>
              <a:rPr lang="en-US" dirty="0"/>
              <a:t>       file type identification , deleted files , data carving</a:t>
            </a:r>
          </a:p>
          <a:p>
            <a:r>
              <a:rPr lang="en-US" dirty="0"/>
              <a:t> Click next and wait for analysis to complete</a:t>
            </a:r>
          </a:p>
        </p:txBody>
      </p:sp>
    </p:spTree>
    <p:extLst>
      <p:ext uri="{BB962C8B-B14F-4D97-AF65-F5344CB8AC3E}">
        <p14:creationId xmlns:p14="http://schemas.microsoft.com/office/powerpoint/2010/main" val="1109361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1AF5D-F01A-466C-8CB5-5FE780C5B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1AE90D-ABE0-4FB5-AB9E-DF0EFA9E4F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417" y="2468032"/>
            <a:ext cx="4320938" cy="34163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D26006-C142-4C44-B590-1493BA006AB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49" r="39505" b="7213"/>
          <a:stretch/>
        </p:blipFill>
        <p:spPr>
          <a:xfrm>
            <a:off x="5235192" y="2468032"/>
            <a:ext cx="5942840" cy="4029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197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32660-6B35-4567-A019-A82034771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45E0B-4CED-4242-86F0-EA25AE2AA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/>
              <a:t>Recovering deleted files</a:t>
            </a:r>
          </a:p>
          <a:p>
            <a:r>
              <a:rPr lang="en-US" dirty="0"/>
              <a:t> Go to ‘deleted file’ under the file types and view section</a:t>
            </a:r>
          </a:p>
          <a:p>
            <a:r>
              <a:rPr lang="en-US" dirty="0"/>
              <a:t> You can preview content , file names and timestamps</a:t>
            </a:r>
          </a:p>
          <a:p>
            <a:r>
              <a:rPr lang="en-US" dirty="0"/>
              <a:t> Right click on any deleted file and select Extract to save it</a:t>
            </a:r>
          </a:p>
        </p:txBody>
      </p:sp>
    </p:spTree>
    <p:extLst>
      <p:ext uri="{BB962C8B-B14F-4D97-AF65-F5344CB8AC3E}">
        <p14:creationId xmlns:p14="http://schemas.microsoft.com/office/powerpoint/2010/main" val="1077071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44</TotalTime>
  <Words>236</Words>
  <Application>Microsoft Office PowerPoint</Application>
  <PresentationFormat>Widescreen</PresentationFormat>
  <Paragraphs>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Century Gothic</vt:lpstr>
      <vt:lpstr>Arial</vt:lpstr>
      <vt:lpstr>Wingdings 3</vt:lpstr>
      <vt:lpstr>Ion Boardroom</vt:lpstr>
      <vt:lpstr>DELETED DATA RECOVERY FROM USB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DELETED DATA RECOVERY FROM USB</dc:title>
  <dc:creator>ambreena munir</dc:creator>
  <cp:lastModifiedBy>ambreena munir</cp:lastModifiedBy>
  <cp:revision>1</cp:revision>
  <dcterms:created xsi:type="dcterms:W3CDTF">2025-06-26T12:02:42Z</dcterms:created>
  <dcterms:modified xsi:type="dcterms:W3CDTF">2025-06-26T12:47:13Z</dcterms:modified>
</cp:coreProperties>
</file>